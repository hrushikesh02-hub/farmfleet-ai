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Arimo Bold" panose="020B0604020202020204" charset="0"/>
      <p:regular r:id="rId9"/>
    </p:embeddedFont>
    <p:embeddedFont>
      <p:font typeface="Calibri (MS)" panose="020B0604020202020204" charset="0"/>
      <p:regular r:id="rId10"/>
    </p:embeddedFont>
    <p:embeddedFont>
      <p:font typeface="Garamond Bold" panose="02020804030307010803" pitchFamily="18" charset="0"/>
      <p:regular r:id="rId11"/>
      <p:bold r:id="rId12"/>
    </p:embeddedFont>
    <p:embeddedFont>
      <p:font typeface="Times New Roman Bold" panose="02020803070505020304" pitchFamily="18" charset="0"/>
      <p:regular r:id="rId13"/>
      <p:bold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FFE99E9-FFC2-4C1D-B49A-897C2EA482A0}" v="12" dt="2026-08-10T08:14:20.469"/>
    <p1510:client id="{D130A3E6-78ED-432D-AEF8-A83ECD74D319}" v="4" dt="2026-08-09T18:09:57.9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2.fntdata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rushikesh Thombare" userId="dac5eb33a784f393" providerId="LiveId" clId="{69AB5DB3-9477-41FF-A37B-8D5AB84E413A}"/>
    <pc:docChg chg="custSel delSld modSld">
      <pc:chgData name="Hrushikesh Thombare" userId="dac5eb33a784f393" providerId="LiveId" clId="{69AB5DB3-9477-41FF-A37B-8D5AB84E413A}" dt="2026-08-10T08:19:43.306" v="226" actId="20577"/>
      <pc:docMkLst>
        <pc:docMk/>
      </pc:docMkLst>
      <pc:sldChg chg="modSp mod">
        <pc:chgData name="Hrushikesh Thombare" userId="dac5eb33a784f393" providerId="LiveId" clId="{69AB5DB3-9477-41FF-A37B-8D5AB84E413A}" dt="2026-08-10T07:57:01.877" v="99" actId="6549"/>
        <pc:sldMkLst>
          <pc:docMk/>
          <pc:sldMk cId="0" sldId="256"/>
        </pc:sldMkLst>
        <pc:spChg chg="mod">
          <ac:chgData name="Hrushikesh Thombare" userId="dac5eb33a784f393" providerId="LiveId" clId="{69AB5DB3-9477-41FF-A37B-8D5AB84E413A}" dt="2026-08-10T07:57:01.877" v="99" actId="6549"/>
          <ac:spMkLst>
            <pc:docMk/>
            <pc:sldMk cId="0" sldId="256"/>
            <ac:spMk id="5" creationId="{00000000-0000-0000-0000-000000000000}"/>
          </ac:spMkLst>
        </pc:spChg>
      </pc:sldChg>
      <pc:sldChg chg="modSp mod">
        <pc:chgData name="Hrushikesh Thombare" userId="dac5eb33a784f393" providerId="LiveId" clId="{69AB5DB3-9477-41FF-A37B-8D5AB84E413A}" dt="2026-08-10T08:18:36.330" v="166" actId="1076"/>
        <pc:sldMkLst>
          <pc:docMk/>
          <pc:sldMk cId="0" sldId="257"/>
        </pc:sldMkLst>
        <pc:spChg chg="ord">
          <ac:chgData name="Hrushikesh Thombare" userId="dac5eb33a784f393" providerId="LiveId" clId="{69AB5DB3-9477-41FF-A37B-8D5AB84E413A}" dt="2026-08-10T08:02:37.073" v="126" actId="166"/>
          <ac:spMkLst>
            <pc:docMk/>
            <pc:sldMk cId="0" sldId="257"/>
            <ac:spMk id="4" creationId="{00000000-0000-0000-0000-000000000000}"/>
          </ac:spMkLst>
        </pc:spChg>
        <pc:spChg chg="mod">
          <ac:chgData name="Hrushikesh Thombare" userId="dac5eb33a784f393" providerId="LiveId" clId="{69AB5DB3-9477-41FF-A37B-8D5AB84E413A}" dt="2026-08-10T08:00:17.519" v="111" actId="255"/>
          <ac:spMkLst>
            <pc:docMk/>
            <pc:sldMk cId="0" sldId="257"/>
            <ac:spMk id="14" creationId="{00000000-0000-0000-0000-000000000000}"/>
          </ac:spMkLst>
        </pc:spChg>
        <pc:spChg chg="mod">
          <ac:chgData name="Hrushikesh Thombare" userId="dac5eb33a784f393" providerId="LiveId" clId="{69AB5DB3-9477-41FF-A37B-8D5AB84E413A}" dt="2026-08-10T07:58:38.999" v="102" actId="14100"/>
          <ac:spMkLst>
            <pc:docMk/>
            <pc:sldMk cId="0" sldId="257"/>
            <ac:spMk id="19" creationId="{2EFDE2E3-71FA-2C72-446C-B3CD8956D3FC}"/>
          </ac:spMkLst>
        </pc:spChg>
        <pc:spChg chg="mod">
          <ac:chgData name="Hrushikesh Thombare" userId="dac5eb33a784f393" providerId="LiveId" clId="{69AB5DB3-9477-41FF-A37B-8D5AB84E413A}" dt="2026-08-10T08:00:36.734" v="114" actId="1076"/>
          <ac:spMkLst>
            <pc:docMk/>
            <pc:sldMk cId="0" sldId="257"/>
            <ac:spMk id="23" creationId="{CD042F8A-6270-50C9-5B4A-EFED83F9B0DC}"/>
          </ac:spMkLst>
        </pc:spChg>
        <pc:spChg chg="mod">
          <ac:chgData name="Hrushikesh Thombare" userId="dac5eb33a784f393" providerId="LiveId" clId="{69AB5DB3-9477-41FF-A37B-8D5AB84E413A}" dt="2026-08-10T08:18:36.330" v="166" actId="1076"/>
          <ac:spMkLst>
            <pc:docMk/>
            <pc:sldMk cId="0" sldId="257"/>
            <ac:spMk id="25" creationId="{2A37E090-165B-115D-2EF9-AC4DA5DC46D6}"/>
          </ac:spMkLst>
        </pc:spChg>
        <pc:picChg chg="mod ord">
          <ac:chgData name="Hrushikesh Thombare" userId="dac5eb33a784f393" providerId="LiveId" clId="{69AB5DB3-9477-41FF-A37B-8D5AB84E413A}" dt="2026-08-10T08:02:58.920" v="127" actId="167"/>
          <ac:picMkLst>
            <pc:docMk/>
            <pc:sldMk cId="0" sldId="257"/>
            <ac:picMk id="21" creationId="{59CD076B-219E-1227-9C0B-B4BBFAF19536}"/>
          </ac:picMkLst>
        </pc:picChg>
      </pc:sldChg>
      <pc:sldChg chg="modSp mod">
        <pc:chgData name="Hrushikesh Thombare" userId="dac5eb33a784f393" providerId="LiveId" clId="{69AB5DB3-9477-41FF-A37B-8D5AB84E413A}" dt="2026-08-10T08:19:43.306" v="226" actId="20577"/>
        <pc:sldMkLst>
          <pc:docMk/>
          <pc:sldMk cId="0" sldId="258"/>
        </pc:sldMkLst>
        <pc:spChg chg="mod">
          <ac:chgData name="Hrushikesh Thombare" userId="dac5eb33a784f393" providerId="LiveId" clId="{69AB5DB3-9477-41FF-A37B-8D5AB84E413A}" dt="2026-08-10T08:19:43.306" v="226" actId="20577"/>
          <ac:spMkLst>
            <pc:docMk/>
            <pc:sldMk cId="0" sldId="258"/>
            <ac:spMk id="13" creationId="{00000000-0000-0000-0000-000000000000}"/>
          </ac:spMkLst>
        </pc:spChg>
        <pc:spChg chg="mod">
          <ac:chgData name="Hrushikesh Thombare" userId="dac5eb33a784f393" providerId="LiveId" clId="{69AB5DB3-9477-41FF-A37B-8D5AB84E413A}" dt="2026-08-10T08:16:57.051" v="148" actId="1076"/>
          <ac:spMkLst>
            <pc:docMk/>
            <pc:sldMk cId="0" sldId="258"/>
            <ac:spMk id="18" creationId="{AE9B9FE1-2A33-9E65-B19E-BE82971E7C6A}"/>
          </ac:spMkLst>
        </pc:spChg>
        <pc:picChg chg="mod ord">
          <ac:chgData name="Hrushikesh Thombare" userId="dac5eb33a784f393" providerId="LiveId" clId="{69AB5DB3-9477-41FF-A37B-8D5AB84E413A}" dt="2026-08-10T08:15:52.945" v="144" actId="1076"/>
          <ac:picMkLst>
            <pc:docMk/>
            <pc:sldMk cId="0" sldId="258"/>
            <ac:picMk id="20" creationId="{90D6839F-1CB6-88EB-66D7-B3C772246C6B}"/>
          </ac:picMkLst>
        </pc:picChg>
      </pc:sldChg>
      <pc:sldChg chg="modSp mod">
        <pc:chgData name="Hrushikesh Thombare" userId="dac5eb33a784f393" providerId="LiveId" clId="{69AB5DB3-9477-41FF-A37B-8D5AB84E413A}" dt="2026-08-10T08:15:34.289" v="140" actId="14100"/>
        <pc:sldMkLst>
          <pc:docMk/>
          <pc:sldMk cId="0" sldId="259"/>
        </pc:sldMkLst>
        <pc:spChg chg="ord">
          <ac:chgData name="Hrushikesh Thombare" userId="dac5eb33a784f393" providerId="LiveId" clId="{69AB5DB3-9477-41FF-A37B-8D5AB84E413A}" dt="2026-08-10T08:02:18.338" v="124" actId="166"/>
          <ac:spMkLst>
            <pc:docMk/>
            <pc:sldMk cId="0" sldId="259"/>
            <ac:spMk id="4" creationId="{00000000-0000-0000-0000-000000000000}"/>
          </ac:spMkLst>
        </pc:spChg>
        <pc:picChg chg="mod">
          <ac:chgData name="Hrushikesh Thombare" userId="dac5eb33a784f393" providerId="LiveId" clId="{69AB5DB3-9477-41FF-A37B-8D5AB84E413A}" dt="2026-08-10T08:15:34.289" v="140" actId="14100"/>
          <ac:picMkLst>
            <pc:docMk/>
            <pc:sldMk cId="0" sldId="259"/>
            <ac:picMk id="20" creationId="{27555599-B13C-2C03-A73A-BA40BF3DC9DF}"/>
          </ac:picMkLst>
        </pc:picChg>
      </pc:sldChg>
      <pc:sldChg chg="modSp mod">
        <pc:chgData name="Hrushikesh Thombare" userId="dac5eb33a784f393" providerId="LiveId" clId="{69AB5DB3-9477-41FF-A37B-8D5AB84E413A}" dt="2026-08-10T08:15:26.298" v="139" actId="1076"/>
        <pc:sldMkLst>
          <pc:docMk/>
          <pc:sldMk cId="0" sldId="260"/>
        </pc:sldMkLst>
        <pc:spChg chg="mod">
          <ac:chgData name="Hrushikesh Thombare" userId="dac5eb33a784f393" providerId="LiveId" clId="{69AB5DB3-9477-41FF-A37B-8D5AB84E413A}" dt="2026-08-10T08:01:57.111" v="123" actId="1036"/>
          <ac:spMkLst>
            <pc:docMk/>
            <pc:sldMk cId="0" sldId="260"/>
            <ac:spMk id="4" creationId="{00000000-0000-0000-0000-000000000000}"/>
          </ac:spMkLst>
        </pc:spChg>
        <pc:picChg chg="mod ord">
          <ac:chgData name="Hrushikesh Thombare" userId="dac5eb33a784f393" providerId="LiveId" clId="{69AB5DB3-9477-41FF-A37B-8D5AB84E413A}" dt="2026-08-10T08:15:26.298" v="139" actId="1076"/>
          <ac:picMkLst>
            <pc:docMk/>
            <pc:sldMk cId="0" sldId="260"/>
            <ac:picMk id="22" creationId="{63DD79C9-7345-B5DC-9C5E-A6D2C41ADFAC}"/>
          </ac:picMkLst>
        </pc:picChg>
      </pc:sldChg>
      <pc:sldChg chg="modSp mod">
        <pc:chgData name="Hrushikesh Thombare" userId="dac5eb33a784f393" providerId="LiveId" clId="{69AB5DB3-9477-41FF-A37B-8D5AB84E413A}" dt="2026-08-10T08:06:03.146" v="137" actId="20577"/>
        <pc:sldMkLst>
          <pc:docMk/>
          <pc:sldMk cId="0" sldId="261"/>
        </pc:sldMkLst>
        <pc:spChg chg="mod">
          <ac:chgData name="Hrushikesh Thombare" userId="dac5eb33a784f393" providerId="LiveId" clId="{69AB5DB3-9477-41FF-A37B-8D5AB84E413A}" dt="2026-08-10T08:06:03.146" v="137" actId="20577"/>
          <ac:spMkLst>
            <pc:docMk/>
            <pc:sldMk cId="0" sldId="261"/>
            <ac:spMk id="11" creationId="{00000000-0000-0000-0000-000000000000}"/>
          </ac:spMkLst>
        </pc:spChg>
      </pc:sldChg>
      <pc:sldChg chg="delSp del mod">
        <pc:chgData name="Hrushikesh Thombare" userId="dac5eb33a784f393" providerId="LiveId" clId="{69AB5DB3-9477-41FF-A37B-8D5AB84E413A}" dt="2026-08-10T07:55:03.444" v="1" actId="47"/>
        <pc:sldMkLst>
          <pc:docMk/>
          <pc:sldMk cId="0" sldId="262"/>
        </pc:sldMkLst>
        <pc:spChg chg="del">
          <ac:chgData name="Hrushikesh Thombare" userId="dac5eb33a784f393" providerId="LiveId" clId="{69AB5DB3-9477-41FF-A37B-8D5AB84E413A}" dt="2026-08-10T07:55:00.927" v="0" actId="478"/>
          <ac:spMkLst>
            <pc:docMk/>
            <pc:sldMk cId="0" sldId="262"/>
            <ac:spMk id="1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10D3A8-810D-4F07-910F-260AFFA3D6E6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ACBDC9-CE41-4DBC-BB45-6D433EDAB4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6776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CBDC9-CE41-4DBC-BB45-6D433EDAB468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85181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hyperlink" Target="https://skh.sanjivaniuniversity.com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mongodb.com/docs/" TargetMode="External"/><Relationship Id="rId13" Type="http://schemas.openxmlformats.org/officeDocument/2006/relationships/image" Target="../media/image2.png"/><Relationship Id="rId3" Type="http://schemas.openxmlformats.org/officeDocument/2006/relationships/image" Target="../media/image1.jpeg"/><Relationship Id="rId7" Type="http://schemas.openxmlformats.org/officeDocument/2006/relationships/hyperlink" Target="https://ai.google.dev/gemini-api/docs" TargetMode="External"/><Relationship Id="rId12" Type="http://schemas.openxmlformats.org/officeDocument/2006/relationships/hyperlink" Target="https://www.jfarmservices.in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openweathermap.org/" TargetMode="External"/><Relationship Id="rId11" Type="http://schemas.openxmlformats.org/officeDocument/2006/relationships/hyperlink" Target="https://expressjs.com/" TargetMode="External"/><Relationship Id="rId5" Type="http://schemas.openxmlformats.org/officeDocument/2006/relationships/hyperlink" Target="https://www.agriwelfare.gov.in/" TargetMode="External"/><Relationship Id="rId10" Type="http://schemas.openxmlformats.org/officeDocument/2006/relationships/hyperlink" Target="https://nodejs.org/docs/latest/api/" TargetMode="External"/><Relationship Id="rId4" Type="http://schemas.openxmlformats.org/officeDocument/2006/relationships/hyperlink" Target="https://icar.org.in/" TargetMode="External"/><Relationship Id="rId9" Type="http://schemas.openxmlformats.org/officeDocument/2006/relationships/hyperlink" Target="https://react.dev/reference/reac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993759" y="-652077"/>
            <a:ext cx="12596320" cy="3070298"/>
            <a:chOff x="0" y="0"/>
            <a:chExt cx="16834532" cy="410334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834532" cy="4103344"/>
            </a:xfrm>
            <a:custGeom>
              <a:avLst/>
              <a:gdLst/>
              <a:ahLst/>
              <a:cxnLst/>
              <a:rect l="l" t="t" r="r" b="b"/>
              <a:pathLst>
                <a:path w="16834532" h="4103344">
                  <a:moveTo>
                    <a:pt x="0" y="0"/>
                  </a:moveTo>
                  <a:lnTo>
                    <a:pt x="16834532" y="0"/>
                  </a:lnTo>
                  <a:lnTo>
                    <a:pt x="16834532" y="4103344"/>
                  </a:lnTo>
                  <a:lnTo>
                    <a:pt x="0" y="41033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7817" r="-23118" b="-49024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16834532" cy="41033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599"/>
                </a:lnSpc>
              </a:pPr>
              <a:r>
                <a:rPr lang="en-US" sz="5499" b="1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KOPARGOAN HACKATHON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588368" y="2389646"/>
            <a:ext cx="16785231" cy="61868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812"/>
              </a:lnSpc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4937" lvl="1" indent="-287469" algn="just">
              <a:lnSpc>
                <a:spcPts val="7624"/>
              </a:lnSpc>
              <a:buFont typeface="Arial"/>
              <a:buChar char="•"/>
            </a:pPr>
            <a:r>
              <a:rPr lang="en-US" sz="3176" b="1" dirty="0">
                <a:solidFill>
                  <a:srgbClr val="000000"/>
                </a:solidFill>
                <a:latin typeface="Times New Roman" panose="02020603050405020304" pitchFamily="18" charset="0"/>
                <a:ea typeface="Arial Bold"/>
                <a:cs typeface="Times New Roman" panose="02020603050405020304" pitchFamily="18" charset="0"/>
                <a:sym typeface="Arial Bold"/>
              </a:rPr>
              <a:t>Problem Statement ID – </a:t>
            </a:r>
            <a:r>
              <a:rPr lang="en-US" sz="3176" dirty="0">
                <a:solidFill>
                  <a:srgbClr val="000000"/>
                </a:solidFill>
                <a:latin typeface="Times New Roman" panose="02020603050405020304" pitchFamily="18" charset="0"/>
                <a:ea typeface="Arial Bold"/>
                <a:cs typeface="Times New Roman" panose="02020603050405020304" pitchFamily="18" charset="0"/>
                <a:sym typeface="Arial Bold"/>
              </a:rPr>
              <a:t>skh007</a:t>
            </a:r>
          </a:p>
          <a:p>
            <a:pPr marL="574937" lvl="1" indent="-287469" algn="just">
              <a:lnSpc>
                <a:spcPts val="7624"/>
              </a:lnSpc>
              <a:buFont typeface="Arial"/>
              <a:buChar char="•"/>
            </a:pPr>
            <a:r>
              <a:rPr lang="en-US" sz="3176" b="1" dirty="0">
                <a:solidFill>
                  <a:srgbClr val="000000"/>
                </a:solidFill>
                <a:latin typeface="Times New Roman" panose="02020603050405020304" pitchFamily="18" charset="0"/>
                <a:ea typeface="Arial Bold"/>
                <a:cs typeface="Times New Roman" panose="02020603050405020304" pitchFamily="18" charset="0"/>
                <a:sym typeface="Arial Bold"/>
              </a:rPr>
              <a:t>Problem Statement Title- 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Labour and Farm Machinery Sharing Platform</a:t>
            </a:r>
            <a:endParaRPr lang="en-US" sz="3176" b="1" dirty="0">
              <a:solidFill>
                <a:srgbClr val="000000"/>
              </a:solidFill>
              <a:latin typeface="Times New Roman" panose="02020603050405020304" pitchFamily="18" charset="0"/>
              <a:ea typeface="Arial Bold"/>
              <a:cs typeface="Times New Roman" panose="02020603050405020304" pitchFamily="18" charset="0"/>
              <a:sym typeface="Arial Bold"/>
            </a:endParaRPr>
          </a:p>
          <a:p>
            <a:pPr marL="574937" lvl="1" indent="-287469" algn="just">
              <a:lnSpc>
                <a:spcPts val="7624"/>
              </a:lnSpc>
              <a:buFont typeface="Arial"/>
              <a:buChar char="•"/>
            </a:pPr>
            <a:r>
              <a:rPr lang="en-US" sz="3176" b="1" dirty="0">
                <a:solidFill>
                  <a:srgbClr val="000000"/>
                </a:solidFill>
                <a:latin typeface="Times New Roman" panose="02020603050405020304" pitchFamily="18" charset="0"/>
                <a:ea typeface="Arial Bold"/>
                <a:cs typeface="Times New Roman" panose="02020603050405020304" pitchFamily="18" charset="0"/>
                <a:sym typeface="Arial Bold"/>
              </a:rPr>
              <a:t>Theme- 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Agriculture &amp; Rural Innovation</a:t>
            </a:r>
            <a:endParaRPr lang="en-US" sz="3176" b="1" dirty="0">
              <a:solidFill>
                <a:srgbClr val="000000"/>
              </a:solidFill>
              <a:latin typeface="Times New Roman" panose="02020603050405020304" pitchFamily="18" charset="0"/>
              <a:ea typeface="Arial Bold"/>
              <a:cs typeface="Times New Roman" panose="02020603050405020304" pitchFamily="18" charset="0"/>
              <a:sym typeface="Arial Bold"/>
            </a:endParaRPr>
          </a:p>
          <a:p>
            <a:pPr marL="574937" lvl="1" indent="-287469" algn="just">
              <a:lnSpc>
                <a:spcPts val="7624"/>
              </a:lnSpc>
              <a:buFont typeface="Arial"/>
              <a:buChar char="•"/>
            </a:pPr>
            <a:r>
              <a:rPr lang="en-US" sz="3176" b="1" dirty="0">
                <a:solidFill>
                  <a:srgbClr val="000000"/>
                </a:solidFill>
                <a:latin typeface="Times New Roman" panose="02020603050405020304" pitchFamily="18" charset="0"/>
                <a:ea typeface="Arial Bold"/>
                <a:cs typeface="Times New Roman" panose="02020603050405020304" pitchFamily="18" charset="0"/>
                <a:sym typeface="Arial Bold"/>
              </a:rPr>
              <a:t>PS Category- </a:t>
            </a:r>
            <a:r>
              <a:rPr lang="en-US" sz="3176" dirty="0">
                <a:solidFill>
                  <a:srgbClr val="000000"/>
                </a:solidFill>
                <a:latin typeface="Times New Roman" panose="02020603050405020304" pitchFamily="18" charset="0"/>
                <a:ea typeface="Arial Bold"/>
                <a:cs typeface="Times New Roman" panose="02020603050405020304" pitchFamily="18" charset="0"/>
                <a:sym typeface="Arial Bold"/>
              </a:rPr>
              <a:t>Software</a:t>
            </a:r>
          </a:p>
          <a:p>
            <a:pPr marL="574937" lvl="1" indent="-287469" algn="just">
              <a:lnSpc>
                <a:spcPts val="7624"/>
              </a:lnSpc>
              <a:buFont typeface="Arial"/>
              <a:buChar char="•"/>
            </a:pPr>
            <a:r>
              <a:rPr lang="en-US" sz="3176" b="1" dirty="0">
                <a:solidFill>
                  <a:srgbClr val="000000"/>
                </a:solidFill>
                <a:latin typeface="Times New Roman" panose="02020603050405020304" pitchFamily="18" charset="0"/>
                <a:ea typeface="Arial Bold"/>
                <a:cs typeface="Times New Roman" panose="02020603050405020304" pitchFamily="18" charset="0"/>
                <a:sym typeface="Arial Bold"/>
              </a:rPr>
              <a:t>Team ID- </a:t>
            </a:r>
            <a:r>
              <a:rPr lang="en-US" sz="3176" dirty="0">
                <a:solidFill>
                  <a:srgbClr val="000000"/>
                </a:solidFill>
                <a:latin typeface="Times New Roman" panose="02020603050405020304" pitchFamily="18" charset="0"/>
                <a:ea typeface="Arial Bold"/>
                <a:cs typeface="Times New Roman" panose="02020603050405020304" pitchFamily="18" charset="0"/>
                <a:sym typeface="Arial Bold"/>
              </a:rPr>
              <a:t>YC637A</a:t>
            </a:r>
          </a:p>
          <a:p>
            <a:pPr marL="574937" lvl="1" indent="-287469" algn="just">
              <a:lnSpc>
                <a:spcPts val="7624"/>
              </a:lnSpc>
              <a:buFont typeface="Arial"/>
              <a:buChar char="•"/>
            </a:pPr>
            <a:r>
              <a:rPr lang="en-US" sz="3176" b="1" dirty="0">
                <a:solidFill>
                  <a:srgbClr val="000000"/>
                </a:solidFill>
                <a:latin typeface="Times New Roman" panose="02020603050405020304" pitchFamily="18" charset="0"/>
                <a:ea typeface="Arial Bold"/>
                <a:cs typeface="Times New Roman" panose="02020603050405020304" pitchFamily="18" charset="0"/>
                <a:sym typeface="Arial Bold"/>
              </a:rPr>
              <a:t>Team Name- </a:t>
            </a:r>
            <a:r>
              <a:rPr lang="en-US" sz="3176" dirty="0">
                <a:solidFill>
                  <a:srgbClr val="000000"/>
                </a:solidFill>
                <a:latin typeface="Times New Roman" panose="02020603050405020304" pitchFamily="18" charset="0"/>
                <a:ea typeface="Arial Bold"/>
                <a:cs typeface="Times New Roman" panose="02020603050405020304" pitchFamily="18" charset="0"/>
                <a:sym typeface="Arial Bold"/>
              </a:rPr>
              <a:t>Phoenix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7" name="Freeform 7">
              <a:hlinkClick r:id="rId4" tooltip="https://skh.sanjivaniuniversity.com"/>
            </p:cNvPr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gradFill rotWithShape="1">
              <a:gsLst>
                <a:gs pos="0">
                  <a:srgbClr val="0CC0DF">
                    <a:alpha val="48000"/>
                  </a:srgbClr>
                </a:gs>
                <a:gs pos="100000">
                  <a:srgbClr val="FFDE59">
                    <a:alpha val="48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5894738" y="16562"/>
            <a:ext cx="1905372" cy="2024276"/>
            <a:chOff x="0" y="0"/>
            <a:chExt cx="4418241" cy="469396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418203" cy="4693960"/>
            </a:xfrm>
            <a:custGeom>
              <a:avLst/>
              <a:gdLst/>
              <a:ahLst/>
              <a:cxnLst/>
              <a:rect l="l" t="t" r="r" b="b"/>
              <a:pathLst>
                <a:path w="4418203" h="4693960">
                  <a:moveTo>
                    <a:pt x="0" y="0"/>
                  </a:moveTo>
                  <a:lnTo>
                    <a:pt x="4418203" y="0"/>
                  </a:lnTo>
                  <a:lnTo>
                    <a:pt x="4418203" y="4693960"/>
                  </a:lnTo>
                  <a:lnTo>
                    <a:pt x="0" y="4693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120" r="-3120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549575" y="385961"/>
            <a:ext cx="5188849" cy="1901168"/>
            <a:chOff x="0" y="0"/>
            <a:chExt cx="6918465" cy="253489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918465" cy="2534890"/>
            </a:xfrm>
            <a:custGeom>
              <a:avLst/>
              <a:gdLst/>
              <a:ahLst/>
              <a:cxnLst/>
              <a:rect l="l" t="t" r="r" b="b"/>
              <a:pathLst>
                <a:path w="6918465" h="2534890">
                  <a:moveTo>
                    <a:pt x="0" y="0"/>
                  </a:moveTo>
                  <a:lnTo>
                    <a:pt x="6918465" y="0"/>
                  </a:lnTo>
                  <a:lnTo>
                    <a:pt x="6918465" y="2534890"/>
                  </a:lnTo>
                  <a:lnTo>
                    <a:pt x="0" y="253489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86464" b="-86464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28575"/>
              <a:ext cx="6918465" cy="25634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endParaRPr/>
            </a:p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TITLE PAGE</a:t>
              </a:r>
            </a:p>
          </p:txBody>
        </p:sp>
      </p:grpSp>
      <p:sp>
        <p:nvSpPr>
          <p:cNvPr id="13" name="Freeform 13"/>
          <p:cNvSpPr/>
          <p:nvPr/>
        </p:nvSpPr>
        <p:spPr>
          <a:xfrm>
            <a:off x="5867400" y="1783470"/>
            <a:ext cx="7329276" cy="7329276"/>
          </a:xfrm>
          <a:custGeom>
            <a:avLst/>
            <a:gdLst/>
            <a:ahLst/>
            <a:cxnLst/>
            <a:rect l="l" t="t" r="r" b="b"/>
            <a:pathLst>
              <a:path w="7329276" h="7329276">
                <a:moveTo>
                  <a:pt x="0" y="0"/>
                </a:moveTo>
                <a:lnTo>
                  <a:pt x="7329276" y="0"/>
                </a:lnTo>
                <a:lnTo>
                  <a:pt x="7329276" y="7329276"/>
                </a:lnTo>
                <a:lnTo>
                  <a:pt x="0" y="732927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15000"/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4" name="Freeform 14"/>
          <p:cNvSpPr/>
          <p:nvPr/>
        </p:nvSpPr>
        <p:spPr>
          <a:xfrm>
            <a:off x="588369" y="16562"/>
            <a:ext cx="2100730" cy="2100730"/>
          </a:xfrm>
          <a:custGeom>
            <a:avLst/>
            <a:gdLst/>
            <a:ahLst/>
            <a:cxnLst/>
            <a:rect l="l" t="t" r="r" b="b"/>
            <a:pathLst>
              <a:path w="2100730" h="2100730">
                <a:moveTo>
                  <a:pt x="0" y="0"/>
                </a:moveTo>
                <a:lnTo>
                  <a:pt x="2100730" y="0"/>
                </a:lnTo>
                <a:lnTo>
                  <a:pt x="2100730" y="2100730"/>
                </a:lnTo>
                <a:lnTo>
                  <a:pt x="0" y="210073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5" name="TextBox 15"/>
          <p:cNvSpPr txBox="1"/>
          <p:nvPr/>
        </p:nvSpPr>
        <p:spPr>
          <a:xfrm>
            <a:off x="7633791" y="9585722"/>
            <a:ext cx="3020417" cy="628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1">
                <a:solidFill>
                  <a:srgbClr val="0054A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sanjivani.edu.in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 b="1">
                <a:solidFill>
                  <a:srgbClr val="0054A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skh.sanjivaniuniversity.com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59CD076B-219E-1227-9C0B-B4BBFAF195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929938"/>
            <a:ext cx="9379638" cy="4409919"/>
          </a:xfrm>
          <a:prstGeom prst="rect">
            <a:avLst/>
          </a:prstGeom>
        </p:spPr>
      </p:pic>
      <p:grpSp>
        <p:nvGrpSpPr>
          <p:cNvPr id="2" name="Group 2"/>
          <p:cNvGrpSpPr/>
          <p:nvPr/>
        </p:nvGrpSpPr>
        <p:grpSpPr>
          <a:xfrm>
            <a:off x="-9525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gradFill rotWithShape="1">
              <a:gsLst>
                <a:gs pos="0">
                  <a:srgbClr val="0CC0DF">
                    <a:alpha val="48000"/>
                  </a:srgbClr>
                </a:gs>
                <a:gs pos="100000">
                  <a:srgbClr val="FFDE59">
                    <a:alpha val="48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18288000" cy="1714500"/>
            <a:chOff x="0" y="0"/>
            <a:chExt cx="21945600" cy="2286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  <p:txBody>
            <a:bodyPr/>
            <a:lstStyle/>
            <a:p>
              <a:pPr algn="ctr"/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FarmFleet AI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75612" y="359321"/>
            <a:ext cx="1915887" cy="1249099"/>
            <a:chOff x="0" y="0"/>
            <a:chExt cx="2554516" cy="1665465"/>
          </a:xfrm>
        </p:grpSpPr>
        <p:sp>
          <p:nvSpPr>
            <p:cNvPr id="12" name="Freeform 12" descr="Your startup LOGO"/>
            <p:cNvSpPr/>
            <p:nvPr/>
          </p:nvSpPr>
          <p:spPr>
            <a:xfrm>
              <a:off x="0" y="0"/>
              <a:ext cx="2554478" cy="1665478"/>
            </a:xfrm>
            <a:custGeom>
              <a:avLst/>
              <a:gdLst/>
              <a:ahLst/>
              <a:cxnLst/>
              <a:rect l="l" t="t" r="r" b="b"/>
              <a:pathLst>
                <a:path w="2554478" h="1665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gradFill>
                <a:gsLst>
                  <a:gs pos="0">
                    <a:srgbClr val="0CC0DF">
                      <a:alpha val="100000"/>
                    </a:srgbClr>
                  </a:gs>
                  <a:gs pos="100000">
                    <a:srgbClr val="FFDE59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Phoenix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914399" y="1626343"/>
            <a:ext cx="16611601" cy="23698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endParaRPr lang="en-IN" sz="1400" b="1" u="sng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4400" b="1" u="sng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</a:t>
            </a:r>
          </a:p>
          <a:p>
            <a:pPr lvl="0" algn="just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FarmFleet AI is an AI-powered smart farming platform that combines agricultural equipment rental, AI-based crop planning, weather intelligence, labour hiring, secure online payments, and digital farming reports into one integrated ecosystem. 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5894738" y="16562"/>
            <a:ext cx="1905372" cy="2024276"/>
            <a:chOff x="0" y="0"/>
            <a:chExt cx="4418241" cy="469396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418203" cy="4693960"/>
            </a:xfrm>
            <a:custGeom>
              <a:avLst/>
              <a:gdLst/>
              <a:ahLst/>
              <a:cxnLst/>
              <a:rect l="l" t="t" r="r" b="b"/>
              <a:pathLst>
                <a:path w="4418203" h="4693960">
                  <a:moveTo>
                    <a:pt x="0" y="0"/>
                  </a:moveTo>
                  <a:lnTo>
                    <a:pt x="4418203" y="0"/>
                  </a:lnTo>
                  <a:lnTo>
                    <a:pt x="4418203" y="4693960"/>
                  </a:lnTo>
                  <a:lnTo>
                    <a:pt x="0" y="4693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120" r="-3120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7662366" y="9585722"/>
            <a:ext cx="3020417" cy="628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1">
                <a:solidFill>
                  <a:srgbClr val="0054A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sanjivani.edu.in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 b="1">
                <a:solidFill>
                  <a:srgbClr val="0054A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skh.sanjivaniuniversity.com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EFDE2E3-71FA-2C72-446C-B3CD8956D3FC}"/>
              </a:ext>
            </a:extLst>
          </p:cNvPr>
          <p:cNvSpPr txBox="1"/>
          <p:nvPr/>
        </p:nvSpPr>
        <p:spPr>
          <a:xfrm>
            <a:off x="10820400" y="4700589"/>
            <a:ext cx="7329276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+ Equipment Rental in one platform.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Weather-aware farming recommendations.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farming calendar with weekly activities.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PDF farming guide generation.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Farmer-friendly multilingual design.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D042F8A-6270-50C9-5B4A-EFED83F9B0DC}"/>
              </a:ext>
            </a:extLst>
          </p:cNvPr>
          <p:cNvSpPr txBox="1"/>
          <p:nvPr/>
        </p:nvSpPr>
        <p:spPr>
          <a:xfrm>
            <a:off x="796413" y="3291102"/>
            <a:ext cx="994778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endParaRPr lang="en-IN" sz="4400" b="1" u="sng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4400" b="1" u="sng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it Addresses the Problem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A37E090-165B-115D-2EF9-AC4DA5DC46D6}"/>
              </a:ext>
            </a:extLst>
          </p:cNvPr>
          <p:cNvSpPr txBox="1"/>
          <p:nvPr/>
        </p:nvSpPr>
        <p:spPr>
          <a:xfrm>
            <a:off x="10527387" y="3953866"/>
            <a:ext cx="994778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b="1" u="sng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Innovation</a:t>
            </a:r>
          </a:p>
        </p:txBody>
      </p:sp>
      <p:sp>
        <p:nvSpPr>
          <p:cNvPr id="4" name="Freeform 4"/>
          <p:cNvSpPr/>
          <p:nvPr/>
        </p:nvSpPr>
        <p:spPr>
          <a:xfrm>
            <a:off x="5479362" y="1478862"/>
            <a:ext cx="7329276" cy="7329276"/>
          </a:xfrm>
          <a:custGeom>
            <a:avLst/>
            <a:gdLst/>
            <a:ahLst/>
            <a:cxnLst/>
            <a:rect l="l" t="t" r="r" b="b"/>
            <a:pathLst>
              <a:path w="7329276" h="7329276">
                <a:moveTo>
                  <a:pt x="0" y="0"/>
                </a:moveTo>
                <a:lnTo>
                  <a:pt x="7329276" y="0"/>
                </a:lnTo>
                <a:lnTo>
                  <a:pt x="7329276" y="7329276"/>
                </a:lnTo>
                <a:lnTo>
                  <a:pt x="0" y="732927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5000"/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90D6839F-1CB6-88EB-66D7-B3C772246C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72" r="19410"/>
          <a:stretch>
            <a:fillRect/>
          </a:stretch>
        </p:blipFill>
        <p:spPr>
          <a:xfrm>
            <a:off x="13155561" y="2378316"/>
            <a:ext cx="3666771" cy="7238811"/>
          </a:xfrm>
          <a:prstGeom prst="rect">
            <a:avLst/>
          </a:prstGeom>
        </p:spPr>
      </p:pic>
      <p:grpSp>
        <p:nvGrpSpPr>
          <p:cNvPr id="2" name="Group 2"/>
          <p:cNvGrpSpPr/>
          <p:nvPr/>
        </p:nvGrpSpPr>
        <p:grpSpPr>
          <a:xfrm>
            <a:off x="-9525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gradFill rotWithShape="1">
              <a:gsLst>
                <a:gs pos="0">
                  <a:srgbClr val="0CC0DF">
                    <a:alpha val="48000"/>
                  </a:srgbClr>
                </a:gs>
                <a:gs pos="100000">
                  <a:srgbClr val="FFDE59">
                    <a:alpha val="48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" name="Freeform 4"/>
          <p:cNvSpPr/>
          <p:nvPr/>
        </p:nvSpPr>
        <p:spPr>
          <a:xfrm>
            <a:off x="5479362" y="1478862"/>
            <a:ext cx="7329276" cy="7329276"/>
          </a:xfrm>
          <a:custGeom>
            <a:avLst/>
            <a:gdLst/>
            <a:ahLst/>
            <a:cxnLst/>
            <a:rect l="l" t="t" r="r" b="b"/>
            <a:pathLst>
              <a:path w="7329276" h="7329276">
                <a:moveTo>
                  <a:pt x="0" y="0"/>
                </a:moveTo>
                <a:lnTo>
                  <a:pt x="7329276" y="0"/>
                </a:lnTo>
                <a:lnTo>
                  <a:pt x="7329276" y="7329276"/>
                </a:lnTo>
                <a:lnTo>
                  <a:pt x="0" y="73292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5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5" name="Group 5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01813" b="-10181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75612" y="404151"/>
            <a:ext cx="1915887" cy="1249099"/>
            <a:chOff x="0" y="0"/>
            <a:chExt cx="2554516" cy="1665465"/>
          </a:xfrm>
        </p:grpSpPr>
        <p:sp>
          <p:nvSpPr>
            <p:cNvPr id="9" name="Freeform 9" descr="Your startup LOGO"/>
            <p:cNvSpPr/>
            <p:nvPr/>
          </p:nvSpPr>
          <p:spPr>
            <a:xfrm>
              <a:off x="0" y="0"/>
              <a:ext cx="2554478" cy="1665478"/>
            </a:xfrm>
            <a:custGeom>
              <a:avLst/>
              <a:gdLst/>
              <a:ahLst/>
              <a:cxnLst/>
              <a:rect l="l" t="t" r="r" b="b"/>
              <a:pathLst>
                <a:path w="2554478" h="1665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gradFill>
                <a:gsLst>
                  <a:gs pos="0">
                    <a:srgbClr val="0CC0DF">
                      <a:alpha val="100000"/>
                    </a:srgbClr>
                  </a:gs>
                  <a:gs pos="100000">
                    <a:srgbClr val="FFDE59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Phoenix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5894738" y="16562"/>
            <a:ext cx="1905372" cy="2024276"/>
            <a:chOff x="0" y="0"/>
            <a:chExt cx="4418241" cy="469396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418203" cy="4693960"/>
            </a:xfrm>
            <a:custGeom>
              <a:avLst/>
              <a:gdLst/>
              <a:ahLst/>
              <a:cxnLst/>
              <a:rect l="l" t="t" r="r" b="b"/>
              <a:pathLst>
                <a:path w="4418203" h="4693960">
                  <a:moveTo>
                    <a:pt x="0" y="0"/>
                  </a:moveTo>
                  <a:lnTo>
                    <a:pt x="4418203" y="0"/>
                  </a:lnTo>
                  <a:lnTo>
                    <a:pt x="4418203" y="4693960"/>
                  </a:lnTo>
                  <a:lnTo>
                    <a:pt x="0" y="4693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120" r="-3120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117439" y="2377256"/>
            <a:ext cx="12038122" cy="61286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IN" sz="4400" b="1" u="sng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</a:p>
          <a:p>
            <a:pPr>
              <a:lnSpc>
                <a:spcPct val="200000"/>
              </a:lnSpc>
            </a:pPr>
            <a:r>
              <a:rPr lang="en-IN" sz="3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Frontend: 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 19 , TypeScript, Tailwind CSS, React Query </a:t>
            </a:r>
          </a:p>
          <a:p>
            <a:pPr>
              <a:lnSpc>
                <a:spcPct val="200000"/>
              </a:lnSpc>
            </a:pPr>
            <a:r>
              <a:rPr lang="en-IN" sz="3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Backend: 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Node.js, Express.js </a:t>
            </a:r>
          </a:p>
          <a:p>
            <a:pPr>
              <a:lnSpc>
                <a:spcPct val="200000"/>
              </a:lnSpc>
            </a:pPr>
            <a:r>
              <a:rPr lang="en-IN" sz="3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MongoDB </a:t>
            </a:r>
          </a:p>
          <a:p>
            <a:pPr>
              <a:lnSpc>
                <a:spcPct val="200000"/>
              </a:lnSpc>
            </a:pPr>
            <a:r>
              <a:rPr lang="en-IN" sz="3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Other: 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JWT Authentication, Cloudinary, PDFKit , Nodemailer,               Razorpay, Google Gemini API 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0" y="118111"/>
            <a:ext cx="18288000" cy="1873131"/>
            <a:chOff x="-1371600" y="-381387"/>
            <a:chExt cx="24384000" cy="2497508"/>
          </a:xfrm>
        </p:grpSpPr>
        <p:sp>
          <p:nvSpPr>
            <p:cNvPr id="15" name="Freeform 15"/>
            <p:cNvSpPr/>
            <p:nvPr/>
          </p:nvSpPr>
          <p:spPr>
            <a:xfrm>
              <a:off x="-165100" y="-169879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37056" b="-137056"/>
              </a:stretch>
            </a:blipFill>
          </p:spPr>
          <p:txBody>
            <a:bodyPr/>
            <a:lstStyle/>
            <a:p>
              <a:pPr algn="ctr"/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-1371600" y="-381387"/>
              <a:ext cx="243840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TECHNICAL APPROACH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7633791" y="9585722"/>
            <a:ext cx="3020417" cy="628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1">
                <a:solidFill>
                  <a:srgbClr val="0054A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sanjivani.edu.in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 b="1">
                <a:solidFill>
                  <a:srgbClr val="0054A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skh.sanjivaniuniversity.com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E9B9FE1-2A33-9E65-B19E-BE82971E7C6A}"/>
              </a:ext>
            </a:extLst>
          </p:cNvPr>
          <p:cNvSpPr txBox="1"/>
          <p:nvPr/>
        </p:nvSpPr>
        <p:spPr>
          <a:xfrm>
            <a:off x="12808638" y="1827988"/>
            <a:ext cx="53241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u="sng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Workflow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gradFill rotWithShape="1">
              <a:gsLst>
                <a:gs pos="0">
                  <a:srgbClr val="0CC0DF">
                    <a:alpha val="48000"/>
                  </a:srgbClr>
                </a:gs>
                <a:gs pos="100000">
                  <a:srgbClr val="FFDE59">
                    <a:alpha val="48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1813" b="-10181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75612" y="404151"/>
            <a:ext cx="1915887" cy="1249099"/>
            <a:chOff x="0" y="0"/>
            <a:chExt cx="2554516" cy="1665465"/>
          </a:xfrm>
        </p:grpSpPr>
        <p:sp>
          <p:nvSpPr>
            <p:cNvPr id="9" name="Freeform 9" descr="Your startup LOGO"/>
            <p:cNvSpPr/>
            <p:nvPr/>
          </p:nvSpPr>
          <p:spPr>
            <a:xfrm>
              <a:off x="0" y="0"/>
              <a:ext cx="2554478" cy="1665478"/>
            </a:xfrm>
            <a:custGeom>
              <a:avLst/>
              <a:gdLst/>
              <a:ahLst/>
              <a:cxnLst/>
              <a:rect l="l" t="t" r="r" b="b"/>
              <a:pathLst>
                <a:path w="2554478" h="1665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gradFill>
                <a:gsLst>
                  <a:gs pos="0">
                    <a:srgbClr val="0CC0DF">
                      <a:alpha val="100000"/>
                    </a:srgbClr>
                  </a:gs>
                  <a:gs pos="100000">
                    <a:srgbClr val="FFDE59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Phoenix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5894738" y="16562"/>
            <a:ext cx="1905372" cy="2024276"/>
            <a:chOff x="0" y="0"/>
            <a:chExt cx="4418241" cy="469396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418203" cy="4693960"/>
            </a:xfrm>
            <a:custGeom>
              <a:avLst/>
              <a:gdLst/>
              <a:ahLst/>
              <a:cxnLst/>
              <a:rect l="l" t="t" r="r" b="b"/>
              <a:pathLst>
                <a:path w="4418203" h="4693960">
                  <a:moveTo>
                    <a:pt x="0" y="0"/>
                  </a:moveTo>
                  <a:lnTo>
                    <a:pt x="4418203" y="0"/>
                  </a:lnTo>
                  <a:lnTo>
                    <a:pt x="4418203" y="4693960"/>
                  </a:lnTo>
                  <a:lnTo>
                    <a:pt x="0" y="4693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120" r="-3120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-34106" y="125116"/>
            <a:ext cx="18312581" cy="1767317"/>
            <a:chOff x="-40949" y="-372047"/>
            <a:chExt cx="21986549" cy="2356423"/>
          </a:xfrm>
        </p:grpSpPr>
        <p:sp>
          <p:nvSpPr>
            <p:cNvPr id="14" name="Freeform 14"/>
            <p:cNvSpPr/>
            <p:nvPr/>
          </p:nvSpPr>
          <p:spPr>
            <a:xfrm>
              <a:off x="-40949" y="-301624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7056" b="-137056"/>
              </a:stretch>
            </a:blipFill>
          </p:spPr>
          <p:txBody>
            <a:bodyPr/>
            <a:lstStyle/>
            <a:p>
              <a:pPr algn="ctr"/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72047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FEASIBILITY AND VIABILITY</a:t>
              </a: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049341" y="2030980"/>
            <a:ext cx="8055790" cy="36317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IN" sz="4400" b="1" u="sng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Feasibility</a:t>
            </a:r>
          </a:p>
          <a:p>
            <a:pPr lvl="0"/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633791" y="9585722"/>
            <a:ext cx="3020417" cy="628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1">
                <a:solidFill>
                  <a:srgbClr val="0054A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sanjivani.edu.in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 b="1">
                <a:solidFill>
                  <a:srgbClr val="0054A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skh.sanjivaniuniversity.com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031C67A-D9AE-0E3B-E71F-53526B85A733}"/>
              </a:ext>
            </a:extLst>
          </p:cNvPr>
          <p:cNvSpPr txBox="1"/>
          <p:nvPr/>
        </p:nvSpPr>
        <p:spPr>
          <a:xfrm>
            <a:off x="9959781" y="5269643"/>
            <a:ext cx="6477000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u="sng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Offline support (Future Scope)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AI-assisted recommendations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Multilingual interface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authentication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Cloud-based scalable backend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IN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7555599-B13C-2C03-A73A-BA40BF3DC9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193362"/>
            <a:ext cx="8380524" cy="5614775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2489F8BA-A1BE-AB2B-DD4B-5BC3C83F870F}"/>
              </a:ext>
            </a:extLst>
          </p:cNvPr>
          <p:cNvSpPr txBox="1"/>
          <p:nvPr/>
        </p:nvSpPr>
        <p:spPr>
          <a:xfrm>
            <a:off x="9959781" y="1916470"/>
            <a:ext cx="9151374" cy="2739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b="1" u="sng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Potential Challenges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 connectivity in rural areas.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Weather prediction accuracy.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Farmer adoption of digital platforms.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equipment availability. </a:t>
            </a:r>
          </a:p>
        </p:txBody>
      </p:sp>
      <p:sp>
        <p:nvSpPr>
          <p:cNvPr id="4" name="Freeform 4"/>
          <p:cNvSpPr/>
          <p:nvPr/>
        </p:nvSpPr>
        <p:spPr>
          <a:xfrm>
            <a:off x="5479362" y="1478862"/>
            <a:ext cx="7329276" cy="7329276"/>
          </a:xfrm>
          <a:custGeom>
            <a:avLst/>
            <a:gdLst/>
            <a:ahLst/>
            <a:cxnLst/>
            <a:rect l="l" t="t" r="r" b="b"/>
            <a:pathLst>
              <a:path w="7329276" h="7329276">
                <a:moveTo>
                  <a:pt x="0" y="0"/>
                </a:moveTo>
                <a:lnTo>
                  <a:pt x="7329276" y="0"/>
                </a:lnTo>
                <a:lnTo>
                  <a:pt x="7329276" y="7329276"/>
                </a:lnTo>
                <a:lnTo>
                  <a:pt x="0" y="732927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5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63DD79C9-7345-B5DC-9C5E-A6D2C41ADF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8593" y="2695682"/>
            <a:ext cx="6512060" cy="5324475"/>
          </a:xfrm>
          <a:prstGeom prst="rect">
            <a:avLst/>
          </a:prstGeom>
        </p:spPr>
      </p:pic>
      <p:grpSp>
        <p:nvGrpSpPr>
          <p:cNvPr id="2" name="Group 2"/>
          <p:cNvGrpSpPr/>
          <p:nvPr/>
        </p:nvGrpSpPr>
        <p:grpSpPr>
          <a:xfrm>
            <a:off x="-9525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gradFill rotWithShape="1">
              <a:gsLst>
                <a:gs pos="0">
                  <a:srgbClr val="0CC0DF">
                    <a:alpha val="48000"/>
                  </a:srgbClr>
                </a:gs>
                <a:gs pos="100000">
                  <a:srgbClr val="FFDE59">
                    <a:alpha val="48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" name="Freeform 4"/>
          <p:cNvSpPr/>
          <p:nvPr/>
        </p:nvSpPr>
        <p:spPr>
          <a:xfrm>
            <a:off x="5479362" y="1548024"/>
            <a:ext cx="7329276" cy="7329276"/>
          </a:xfrm>
          <a:custGeom>
            <a:avLst/>
            <a:gdLst/>
            <a:ahLst/>
            <a:cxnLst/>
            <a:rect l="l" t="t" r="r" b="b"/>
            <a:pathLst>
              <a:path w="7329276" h="7329276">
                <a:moveTo>
                  <a:pt x="0" y="0"/>
                </a:moveTo>
                <a:lnTo>
                  <a:pt x="7329276" y="0"/>
                </a:lnTo>
                <a:lnTo>
                  <a:pt x="7329276" y="7329276"/>
                </a:lnTo>
                <a:lnTo>
                  <a:pt x="0" y="73292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5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5" name="Group 5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01813" b="-10181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75612" y="359321"/>
            <a:ext cx="1915887" cy="1249099"/>
            <a:chOff x="0" y="0"/>
            <a:chExt cx="2554516" cy="1665465"/>
          </a:xfrm>
        </p:grpSpPr>
        <p:sp>
          <p:nvSpPr>
            <p:cNvPr id="9" name="Freeform 9" descr="Your startup LOGO"/>
            <p:cNvSpPr/>
            <p:nvPr/>
          </p:nvSpPr>
          <p:spPr>
            <a:xfrm>
              <a:off x="0" y="0"/>
              <a:ext cx="2554478" cy="1665478"/>
            </a:xfrm>
            <a:custGeom>
              <a:avLst/>
              <a:gdLst/>
              <a:ahLst/>
              <a:cxnLst/>
              <a:rect l="l" t="t" r="r" b="b"/>
              <a:pathLst>
                <a:path w="2554478" h="1665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gradFill>
                <a:gsLst>
                  <a:gs pos="0">
                    <a:srgbClr val="0CC0DF">
                      <a:alpha val="100000"/>
                    </a:srgbClr>
                  </a:gs>
                  <a:gs pos="100000">
                    <a:srgbClr val="FFDE59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Phoenix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-9526" y="70884"/>
            <a:ext cx="18287999" cy="1735931"/>
            <a:chOff x="-1271329" y="-28575"/>
            <a:chExt cx="24383999" cy="231457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37056" b="-137056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-1271329" y="-28575"/>
              <a:ext cx="24383999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IMPACT AND BENEFITS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6762657" y="4445722"/>
            <a:ext cx="7151228" cy="9848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/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5" name="Group 15"/>
          <p:cNvGrpSpPr/>
          <p:nvPr/>
        </p:nvGrpSpPr>
        <p:grpSpPr>
          <a:xfrm>
            <a:off x="15894738" y="16562"/>
            <a:ext cx="1905372" cy="2024276"/>
            <a:chOff x="0" y="0"/>
            <a:chExt cx="4418241" cy="469396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418203" cy="4693960"/>
            </a:xfrm>
            <a:custGeom>
              <a:avLst/>
              <a:gdLst/>
              <a:ahLst/>
              <a:cxnLst/>
              <a:rect l="l" t="t" r="r" b="b"/>
              <a:pathLst>
                <a:path w="4418203" h="4693960">
                  <a:moveTo>
                    <a:pt x="0" y="0"/>
                  </a:moveTo>
                  <a:lnTo>
                    <a:pt x="4418203" y="0"/>
                  </a:lnTo>
                  <a:lnTo>
                    <a:pt x="4418203" y="4693960"/>
                  </a:lnTo>
                  <a:lnTo>
                    <a:pt x="0" y="4693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120" r="-3120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7633791" y="9585722"/>
            <a:ext cx="3020417" cy="628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1">
                <a:solidFill>
                  <a:srgbClr val="0054A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sanjivani.edu.in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 b="1">
                <a:solidFill>
                  <a:srgbClr val="0054A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skh.sanjivaniuniversity.com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AF7E432-BB2C-D676-2B77-BCA967471E93}"/>
              </a:ext>
            </a:extLst>
          </p:cNvPr>
          <p:cNvSpPr txBox="1"/>
          <p:nvPr/>
        </p:nvSpPr>
        <p:spPr>
          <a:xfrm>
            <a:off x="1227613" y="2532867"/>
            <a:ext cx="7604951" cy="7602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endParaRPr lang="en-IN" sz="400" b="1" u="sng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farming costs.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crop planning.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Saves farmers' time.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Encourages scientific farming.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Promotes digital agriculture. </a:t>
            </a:r>
          </a:p>
          <a:p>
            <a:endParaRPr lang="en-IN" sz="4400" b="1" u="sng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4400" b="1" u="sng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Economic Benefits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Additional income for equipment owners.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machinery utilization.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Increased farming productivity.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cultivation risks.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IN" sz="4400" b="1" u="sng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0147E72-2CCD-EE30-A56C-1B44C973711F}"/>
              </a:ext>
            </a:extLst>
          </p:cNvPr>
          <p:cNvSpPr txBox="1"/>
          <p:nvPr/>
        </p:nvSpPr>
        <p:spPr>
          <a:xfrm>
            <a:off x="12030801" y="1788229"/>
            <a:ext cx="915137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b="1" u="sng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Benefits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42F7D7C-54A3-BBB7-D2D2-3880AB5DAC47}"/>
              </a:ext>
            </a:extLst>
          </p:cNvPr>
          <p:cNvSpPr txBox="1"/>
          <p:nvPr/>
        </p:nvSpPr>
        <p:spPr>
          <a:xfrm>
            <a:off x="7200674" y="1806815"/>
            <a:ext cx="5607964" cy="2739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b="1" u="sng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Target Audience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Farmers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Equipment Owners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Farm Labour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Agricultural Entrepreneurs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4DEFC50-B7C5-BAA4-4F84-C42B0D67D152}"/>
              </a:ext>
            </a:extLst>
          </p:cNvPr>
          <p:cNvSpPr txBox="1"/>
          <p:nvPr/>
        </p:nvSpPr>
        <p:spPr>
          <a:xfrm>
            <a:off x="1212373" y="1860393"/>
            <a:ext cx="105994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b="1" u="sng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Social Impact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gradFill rotWithShape="1">
              <a:gsLst>
                <a:gs pos="0">
                  <a:srgbClr val="0CC0DF">
                    <a:alpha val="48000"/>
                  </a:srgbClr>
                </a:gs>
                <a:gs pos="100000">
                  <a:srgbClr val="FFDE59">
                    <a:alpha val="48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" name="Freeform 4"/>
          <p:cNvSpPr/>
          <p:nvPr/>
        </p:nvSpPr>
        <p:spPr>
          <a:xfrm>
            <a:off x="5479362" y="1478862"/>
            <a:ext cx="7329276" cy="7329276"/>
          </a:xfrm>
          <a:custGeom>
            <a:avLst/>
            <a:gdLst/>
            <a:ahLst/>
            <a:cxnLst/>
            <a:rect l="l" t="t" r="r" b="b"/>
            <a:pathLst>
              <a:path w="7329276" h="7329276">
                <a:moveTo>
                  <a:pt x="0" y="0"/>
                </a:moveTo>
                <a:lnTo>
                  <a:pt x="7329276" y="0"/>
                </a:lnTo>
                <a:lnTo>
                  <a:pt x="7329276" y="7329276"/>
                </a:lnTo>
                <a:lnTo>
                  <a:pt x="0" y="73292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5" name="Group 5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75612" y="359321"/>
            <a:ext cx="1915887" cy="1249099"/>
            <a:chOff x="0" y="0"/>
            <a:chExt cx="2554516" cy="1665465"/>
          </a:xfrm>
        </p:grpSpPr>
        <p:sp>
          <p:nvSpPr>
            <p:cNvPr id="9" name="Freeform 9" descr="Your startup LOGO"/>
            <p:cNvSpPr/>
            <p:nvPr/>
          </p:nvSpPr>
          <p:spPr>
            <a:xfrm>
              <a:off x="0" y="0"/>
              <a:ext cx="2554478" cy="1665478"/>
            </a:xfrm>
            <a:custGeom>
              <a:avLst/>
              <a:gdLst/>
              <a:ahLst/>
              <a:cxnLst/>
              <a:rect l="l" t="t" r="r" b="b"/>
              <a:pathLst>
                <a:path w="2554478" h="1665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gradFill>
                <a:gsLst>
                  <a:gs pos="0">
                    <a:srgbClr val="0CC0DF">
                      <a:alpha val="100000"/>
                    </a:srgbClr>
                  </a:gs>
                  <a:gs pos="100000">
                    <a:srgbClr val="FFDE59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Phoenix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741316" y="1594990"/>
            <a:ext cx="9012284" cy="75751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IN" sz="4400" b="1" u="sng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Sources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Indian Council of Agricultural Research (ICAR)  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Government Agriculture Portals 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OpenWeather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Google Gemini API Documentation 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MongoDB Documentation 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  <a:hlinkClick r:id="rId9"/>
              </a:rPr>
              <a:t>React Documentation 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  <a:hlinkClick r:id="rId10"/>
              </a:rPr>
              <a:t>Node.js Documentation 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  <a:hlinkClick r:id="rId11"/>
              </a:rPr>
              <a:t>Express.js Documentation 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  <a:hlinkClick r:id="rId12"/>
              </a:rPr>
              <a:t>JS Farm Services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2" name="Group 12"/>
          <p:cNvGrpSpPr/>
          <p:nvPr/>
        </p:nvGrpSpPr>
        <p:grpSpPr>
          <a:xfrm>
            <a:off x="904875" y="72354"/>
            <a:ext cx="16459200" cy="1714500"/>
            <a:chOff x="0" y="0"/>
            <a:chExt cx="21945600" cy="2286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RESEARCH  AND REFERENCES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5894738" y="16562"/>
            <a:ext cx="1905372" cy="2024276"/>
            <a:chOff x="0" y="0"/>
            <a:chExt cx="4418241" cy="469396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418203" cy="4693960"/>
            </a:xfrm>
            <a:custGeom>
              <a:avLst/>
              <a:gdLst/>
              <a:ahLst/>
              <a:cxnLst/>
              <a:rect l="l" t="t" r="r" b="b"/>
              <a:pathLst>
                <a:path w="4418203" h="4693960">
                  <a:moveTo>
                    <a:pt x="0" y="0"/>
                  </a:moveTo>
                  <a:lnTo>
                    <a:pt x="4418203" y="0"/>
                  </a:lnTo>
                  <a:lnTo>
                    <a:pt x="4418203" y="4693960"/>
                  </a:lnTo>
                  <a:lnTo>
                    <a:pt x="0" y="4693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-3120" r="-3120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7633791" y="9585722"/>
            <a:ext cx="3020417" cy="628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1">
                <a:solidFill>
                  <a:srgbClr val="0054A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sanjivani.edu.in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 b="1">
                <a:solidFill>
                  <a:srgbClr val="0054A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skh.sanjivaniuniversity.com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4076150-2A8D-B03F-1B29-88F7F0C1200D}"/>
              </a:ext>
            </a:extLst>
          </p:cNvPr>
          <p:cNvSpPr txBox="1"/>
          <p:nvPr/>
        </p:nvSpPr>
        <p:spPr>
          <a:xfrm>
            <a:off x="11012658" y="1714500"/>
            <a:ext cx="6787436" cy="54514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4400" b="1" u="sng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Voice assistant in regional languages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IoT-based farm monitoring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Drone integration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Crop disease detection using AI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 price prediction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Android &amp; iOS application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388</Words>
  <Application>Microsoft Office PowerPoint</Application>
  <PresentationFormat>Custom</PresentationFormat>
  <Paragraphs>111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Garamond Bold</vt:lpstr>
      <vt:lpstr>Calibri</vt:lpstr>
      <vt:lpstr>Arial</vt:lpstr>
      <vt:lpstr>Calibri (MS)</vt:lpstr>
      <vt:lpstr>Times New Roman</vt:lpstr>
      <vt:lpstr>Arimo Bold</vt:lpstr>
      <vt:lpstr>Times New Roman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Futuristic Minimalist Project Presentation</dc:title>
  <dc:creator>user</dc:creator>
  <cp:lastModifiedBy>Hrushikesh Thombare</cp:lastModifiedBy>
  <cp:revision>4</cp:revision>
  <dcterms:created xsi:type="dcterms:W3CDTF">2006-08-16T00:00:00Z</dcterms:created>
  <dcterms:modified xsi:type="dcterms:W3CDTF">2026-08-10T08:24:16Z</dcterms:modified>
  <dc:identifier>DAHOT8uMH7M</dc:identifier>
</cp:coreProperties>
</file>